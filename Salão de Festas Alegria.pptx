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085" autoAdjust="0"/>
  </p:normalViewPr>
  <p:slideViewPr>
    <p:cSldViewPr snapToGrid="0">
      <p:cViewPr>
        <p:scale>
          <a:sx n="87" d="100"/>
          <a:sy n="87" d="100"/>
        </p:scale>
        <p:origin x="147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619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68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061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652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824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05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41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925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518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82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4851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0740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199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2822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836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715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7710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82C6F-46E8-4586-8D4E-B25653D93478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B610-FB71-428D-BC73-B64B7FA0A0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615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3EB8B-0170-4034-9CDB-637C1065D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Salão de Festas Alegria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350765-875A-46F6-B965-7BBF57CF31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08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9264D-6810-40CB-AE10-2E89E14A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de criação de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7142A6-23B5-4E51-A874-236C55E4F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880" y="2097088"/>
            <a:ext cx="11148152" cy="3187050"/>
          </a:xfrm>
        </p:spPr>
        <p:txBody>
          <a:bodyPr>
            <a:normAutofit/>
          </a:bodyPr>
          <a:lstStyle/>
          <a:p>
            <a:r>
              <a:rPr lang="pt-BR" sz="2800" dirty="0"/>
              <a:t>Desenvolver um sistema web para o salão de Festas Alegria com o objetivo de divulgar os serviços da empresa , facilitar o cadastro de clientes e gerenciar as locações de eventos de forma organizada e eficiente.</a:t>
            </a:r>
          </a:p>
        </p:txBody>
      </p:sp>
    </p:spTree>
    <p:extLst>
      <p:ext uri="{BB962C8B-B14F-4D97-AF65-F5344CB8AC3E}">
        <p14:creationId xmlns:p14="http://schemas.microsoft.com/office/powerpoint/2010/main" val="384727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D4586-5A04-464C-8A9F-AC58EFC25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será implementado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66A931-328E-4F8F-B34C-671332738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8636305" cy="3183874"/>
          </a:xfrm>
        </p:spPr>
        <p:txBody>
          <a:bodyPr>
            <a:normAutofit fontScale="92500"/>
          </a:bodyPr>
          <a:lstStyle/>
          <a:p>
            <a:r>
              <a:rPr lang="pt-BR" sz="2800" dirty="0"/>
              <a:t>Serão implementados: uma tela de cadastro para clientes,</a:t>
            </a:r>
            <a:r>
              <a:rPr lang="pt-BR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 home desse site haverá um link de login que dará acesso a página de gerenciamento das locações realizadas, a pagina da</a:t>
            </a:r>
            <a:r>
              <a:rPr lang="pt-B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locação </a:t>
            </a:r>
            <a:r>
              <a:rPr lang="pt-BR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será responsável pelo controle das reservas dos eventos. Tanto a página de cadastro de clientes quanto a de locações deverá estar integrada a um banco de dados.</a:t>
            </a:r>
            <a:endParaRPr lang="pt-B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4891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D0F75-ED29-4CDB-92F2-1F048978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de implantação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5280F6-DF43-49A6-A031-463606CBF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957" y="2097088"/>
            <a:ext cx="9905999" cy="3541714"/>
          </a:xfrm>
        </p:spPr>
        <p:txBody>
          <a:bodyPr/>
          <a:lstStyle/>
          <a:p>
            <a:r>
              <a:rPr lang="pt-BR" dirty="0"/>
              <a:t>Paralelo. Foi escolhido a implantação paralela porque o novo sistema pode funcionar junto com o antigo durante a transição, permitindo identificar possíveis falhas sem interromper as atividades da empresa e garantindo maior segurança na implantação.</a:t>
            </a:r>
          </a:p>
        </p:txBody>
      </p:sp>
    </p:spTree>
    <p:extLst>
      <p:ext uri="{BB962C8B-B14F-4D97-AF65-F5344CB8AC3E}">
        <p14:creationId xmlns:p14="http://schemas.microsoft.com/office/powerpoint/2010/main" val="2620278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AB275-13A7-4BD3-9041-2EEF15750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6B55A5F-4450-44AE-8617-D6C24B665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12526179" y="1264853"/>
            <a:ext cx="2401678" cy="3202211"/>
          </a:xfr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89F53EE-7B8D-47E7-83C6-D1BCF533D8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257" y="2026352"/>
            <a:ext cx="6870394" cy="262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4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127</TotalTime>
  <Words>155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Tw Cen MT</vt:lpstr>
      <vt:lpstr>Circuito</vt:lpstr>
      <vt:lpstr>Salão de Festas Alegria</vt:lpstr>
      <vt:lpstr>Objetivo de criação de sistema</vt:lpstr>
      <vt:lpstr>O que será implementado</vt:lpstr>
      <vt:lpstr>Método de implantação</vt:lpstr>
      <vt:lpstr>Cronograma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Salão de Festas Alegria</dc:title>
  <dc:creator>Camilli Rodrigues Oliveira Da Silva</dc:creator>
  <cp:lastModifiedBy>Camilli Rodrigues Oliveira Da Silva</cp:lastModifiedBy>
  <cp:revision>8</cp:revision>
  <dcterms:created xsi:type="dcterms:W3CDTF">2026-06-11T17:04:42Z</dcterms:created>
  <dcterms:modified xsi:type="dcterms:W3CDTF">2026-06-11T19:12:40Z</dcterms:modified>
</cp:coreProperties>
</file>